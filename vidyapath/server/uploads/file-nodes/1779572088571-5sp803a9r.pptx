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 Semi Bold"/>
      <p:regular r:id="rId19"/>
    </p:embeddedFont>
    <p:embeddedFont>
      <p:font typeface="Tomorrow Semi Bold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  <p:embeddedFont>
      <p:font typeface="Tomorrow"/>
      <p:regular r:id="rId23"/>
    </p:embeddedFont>
    <p:embeddedFont>
      <p:font typeface="Tomorr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albamb.com/" TargetMode="External"/><Relationship Id="rId4" Type="http://schemas.openxmlformats.org/officeDocument/2006/relationships/hyperlink" Target="https://emailsenderprox.online/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emailsenderpro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36068" y="3068122"/>
            <a:ext cx="6844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Internship Presentation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11706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Jashank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· Fullstack Developer &amp; DevOps Engineer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8942189" y="4735116"/>
            <a:ext cx="2232422" cy="426244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7" name="Text 4"/>
          <p:cNvSpPr/>
          <p:nvPr/>
        </p:nvSpPr>
        <p:spPr>
          <a:xfrm>
            <a:off x="9078278" y="4803100"/>
            <a:ext cx="19602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SHIVEN ENTERPRISES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81207"/>
            <a:ext cx="7327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About Shiven Enterprises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130147"/>
            <a:ext cx="3664744" cy="3121462"/>
          </a:xfrm>
          <a:prstGeom prst="roundRect">
            <a:avLst>
              <a:gd name="adj" fmla="val 1090"/>
            </a:avLst>
          </a:prstGeom>
          <a:solidFill>
            <a:srgbClr val="F0EAEA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23569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Who We Are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2847380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Shiven Enterprises is a technology-driven company delivering innovative digital solutions across web, mobile, and cloud infrastructure.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130147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F0EAEA"/>
          </a:solidFill>
          <a:ln/>
        </p:spPr>
      </p:sp>
      <p:sp>
        <p:nvSpPr>
          <p:cNvPr id="9" name="Text 6"/>
          <p:cNvSpPr/>
          <p:nvPr/>
        </p:nvSpPr>
        <p:spPr>
          <a:xfrm>
            <a:off x="4912162" y="23569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Industry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162" y="2847380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Operating in the software development and digital services space, with a focus on scalable, modern applications for diverse clients.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478423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</p:sp>
      <p:sp>
        <p:nvSpPr>
          <p:cNvPr id="12" name="Text 9"/>
          <p:cNvSpPr/>
          <p:nvPr/>
        </p:nvSpPr>
        <p:spPr>
          <a:xfrm>
            <a:off x="1020604" y="57052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Work Domain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0604" y="6195655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Full-stack product development, DevOps automation, cloud hosting, and end-to-end deployment pipelines.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72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My Role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9969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50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Fullstack Developer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4058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Designed and built responsive web interfaces using React, HTML, CSS, and JavaScript, alongside robust backend logic and APIs.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29969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150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DevOps Engineer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64058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Managed deployment pipelines, cloud hosting environments, and CI/CD workflows to ensure reliable, continuous delivery.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29969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150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Responsibilities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64058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End-to-end ownership — from writing code and reviewing UI to configuring servers, automating builds, and monitoring uptime.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Technologies Used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444240"/>
            <a:ext cx="291345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 Modern, Versatile Stack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870603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internship demanded proficiency across the entire development lifecycle — from pixel-perfect frontends to automated cloud deployments.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779526"/>
            <a:ext cx="601539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Frontend: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React, HTML5, CSS3, JavaScript (ES6+)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Backend: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Node.js, REST APIs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DevOps: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CI/CD, cloud hosting, automated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3027"/>
            <a:ext cx="8161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Web Applications Developed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75434"/>
            <a:ext cx="1849993" cy="1143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7271" y="3475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PalBamb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27271" y="3965853"/>
            <a:ext cx="424612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feature-rich web platform built for modern commerce. Designed with a clean UI, optimised performance, and seamless user experience.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927271" y="5553551"/>
            <a:ext cx="42461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palbamb.com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475434"/>
            <a:ext cx="1850112" cy="11433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0484" y="3475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Email Sender Prox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0484" y="3965853"/>
            <a:ext cx="424612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professional bulk email sending platform enabling users to manage, schedule, and send high-volume campaigns with ease and reliability.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590484" y="5553551"/>
            <a:ext cx="42461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emailsenderprox.online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12156"/>
            <a:ext cx="4205168" cy="4205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981" y="1639372"/>
            <a:ext cx="2178368" cy="426244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4" name="Text 1"/>
          <p:cNvSpPr/>
          <p:nvPr/>
        </p:nvSpPr>
        <p:spPr>
          <a:xfrm>
            <a:off x="5696069" y="1707356"/>
            <a:ext cx="19061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59981" y="2156341"/>
            <a:ext cx="62504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Email Sender Pro App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5559981" y="3091934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native Android application extending the email platform's capabilities to mobile users — available on the Google Play Store.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59981" y="4021812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Compose and send bulk emails from mobile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Manage contact lists and campaigns on the go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delivery tracking and analytics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Clean, intuitive UI optimised for Android</a:t>
            </a:r>
            <a:endParaRPr lang="en-US" sz="1750" dirty="0"/>
          </a:p>
        </p:txBody>
      </p:sp>
      <p:pic>
        <p:nvPicPr>
          <p:cNvPr id="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981" y="5966460"/>
            <a:ext cx="2776895" cy="623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" y="161925"/>
            <a:ext cx="5270421" cy="7905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802362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Contributions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6243042" y="1787128"/>
            <a:ext cx="7630716" cy="1967865"/>
          </a:xfrm>
          <a:prstGeom prst="roundRect">
            <a:avLst>
              <a:gd name="adj" fmla="val 743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2562" y="1787128"/>
            <a:ext cx="121920" cy="1967865"/>
          </a:xfrm>
          <a:prstGeom prst="roundRect">
            <a:avLst>
              <a:gd name="adj" fmla="val 26599"/>
            </a:avLst>
          </a:prstGeom>
          <a:solidFill>
            <a:srgbClr val="1D1D1B"/>
          </a:solidFill>
          <a:ln/>
        </p:spPr>
      </p:sp>
      <p:sp>
        <p:nvSpPr>
          <p:cNvPr id="7" name="Text 4"/>
          <p:cNvSpPr/>
          <p:nvPr/>
        </p:nvSpPr>
        <p:spPr>
          <a:xfrm>
            <a:off x="6581061" y="2033707"/>
            <a:ext cx="329457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Full-Stack Development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81061" y="2495074"/>
            <a:ext cx="7046119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Architected and delivered two production-grade web applications, handling both frontend interfaces and backend API logic end-to-end.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3042" y="3960971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2562" y="3960971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1D1D1B"/>
          </a:solidFill>
          <a:ln/>
        </p:spPr>
      </p:sp>
      <p:sp>
        <p:nvSpPr>
          <p:cNvPr id="11" name="Text 8"/>
          <p:cNvSpPr/>
          <p:nvPr/>
        </p:nvSpPr>
        <p:spPr>
          <a:xfrm>
            <a:off x="6581061" y="4207550"/>
            <a:ext cx="309169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Deployment &amp; Hosting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81061" y="4668917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Configured and maintained cloud hosting environments, ensuring high availability, security, and smooth release cycles.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3042" y="5797034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2562" y="5797034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1D1D1B"/>
          </a:solidFill>
          <a:ln/>
        </p:spPr>
      </p:sp>
      <p:sp>
        <p:nvSpPr>
          <p:cNvPr id="15" name="Text 12"/>
          <p:cNvSpPr/>
          <p:nvPr/>
        </p:nvSpPr>
        <p:spPr>
          <a:xfrm>
            <a:off x="6581061" y="6043613"/>
            <a:ext cx="45934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Performance &amp; UI Improvements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581061" y="6504980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Optimised page load speeds, refined UI components, and enhanced overall user experience across web and mobile platforms.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4249"/>
            <a:ext cx="66761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Challenges &amp; Solutions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76657"/>
            <a:ext cx="13042821" cy="3838694"/>
          </a:xfrm>
          <a:prstGeom prst="roundRect">
            <a:avLst>
              <a:gd name="adj" fmla="val 886"/>
            </a:avLst>
          </a:prstGeom>
          <a:solidFill>
            <a:srgbClr val="F0EAE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776657"/>
            <a:ext cx="4347567" cy="3838694"/>
          </a:xfrm>
          <a:prstGeom prst="roundRect">
            <a:avLst>
              <a:gd name="adj" fmla="val 886"/>
            </a:avLst>
          </a:prstGeom>
          <a:solidFill>
            <a:srgbClr val="F0EAEA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003471"/>
            <a:ext cx="355377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Challenge: Deployment Complexity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848219"/>
            <a:ext cx="355377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Configuring stable CI/CD pipelines across multiple environments proved difficult initially. Resolved by standardising scripts and adopting environment-specific config files.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2776657"/>
            <a:ext cx="4347567" cy="3838694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2776657"/>
            <a:ext cx="30480" cy="3838694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</p:sp>
      <p:sp>
        <p:nvSpPr>
          <p:cNvPr id="9" name="Text 7"/>
          <p:cNvSpPr/>
          <p:nvPr/>
        </p:nvSpPr>
        <p:spPr>
          <a:xfrm>
            <a:off x="5708333" y="3003471"/>
            <a:ext cx="32136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Challenge: Performance Bottlenecks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08333" y="4202549"/>
            <a:ext cx="32136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Early builds faced slow load times. Solved through code splitting, lazy loading in React, and backend query optimisation.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857869" y="4412456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553" y="4554141"/>
            <a:ext cx="283488" cy="2834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8924" y="2776657"/>
            <a:ext cx="4347567" cy="3838694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14" name="Shape 11"/>
          <p:cNvSpPr/>
          <p:nvPr/>
        </p:nvSpPr>
        <p:spPr>
          <a:xfrm>
            <a:off x="9488924" y="2776657"/>
            <a:ext cx="30480" cy="3838694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5900" y="3003471"/>
            <a:ext cx="355377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Challenge: Cross-Platform Consistency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055900" y="3848219"/>
            <a:ext cx="355377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Ensuring the web and mobile apps maintained consistent behaviour required rigorous testing protocols and shared component logic.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205436" y="4412456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7121" y="4554141"/>
            <a:ext cx="283488" cy="283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Learning Outcomes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51271"/>
            <a:ext cx="4028599" cy="4175879"/>
          </a:xfrm>
          <a:prstGeom prst="roundRect">
            <a:avLst>
              <a:gd name="adj" fmla="val 845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778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Technical Growth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359229"/>
            <a:ext cx="3574971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Deepened expertise in React and Node.js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Hands-on CI/CD pipeline configuration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Cloud hosting and server management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Android app development lifecycle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49203" y="2551271"/>
            <a:ext cx="4028718" cy="4175879"/>
          </a:xfrm>
          <a:prstGeom prst="roundRect">
            <a:avLst>
              <a:gd name="adj" fmla="val 845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5276017" y="2778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Professional Skills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76017" y="3359229"/>
            <a:ext cx="3575090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End-to-end product ownership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Problem-solving under real deadlines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Cross-functional collaboration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Documentation and code quality practices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112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176022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This internship at Shiven Enterprises was a defining chapter in my development as a software engineer — delivering real products, solving real problems, and growing across the full technology stack.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104078"/>
            <a:ext cx="7556421" cy="2093714"/>
          </a:xfrm>
          <a:prstGeom prst="roundRect">
            <a:avLst>
              <a:gd name="adj" fmla="val 162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084" y="3361373"/>
            <a:ext cx="3143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Experience Summary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851791"/>
            <a:ext cx="70418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Delivered two live web applications and an Android app, managed cloud deployments, and contributed meaningfully to a professional engineering team.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424607"/>
            <a:ext cx="7556421" cy="2093714"/>
          </a:xfrm>
          <a:prstGeom prst="roundRect">
            <a:avLst>
              <a:gd name="adj" fmla="val 162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084" y="5681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Goals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084" y="6172319"/>
            <a:ext cx="70418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 deepen expertise in cloud-native architecture, DevOps automation, and scalable full-stack systems — and to continue building impactful digital products.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2026-05-03T18:10:33Z</dcterms:created>
  <dcterms:modified xsi:type="dcterms:W3CDTF">2026-05-03T18:10:33Z</dcterms:modified>
</cp:coreProperties>
</file>